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  <p:transition spd="med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p:transition spd="med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ransition spd="med">
    <p:pull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423291-23FA-435E-A16E-73173EF91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Videójátékok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96C3905-7DA6-4626-8C71-F28EF81425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Takács Barnabás, Csaba Bence 12/A</a:t>
            </a:r>
          </a:p>
        </p:txBody>
      </p:sp>
    </p:spTree>
    <p:extLst>
      <p:ext uri="{BB962C8B-B14F-4D97-AF65-F5344CB8AC3E}">
        <p14:creationId xmlns:p14="http://schemas.microsoft.com/office/powerpoint/2010/main" val="205198258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A03730-6436-470B-AE2A-14C185D86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Téma: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25A8843-2460-4CD9-8907-594DE0C18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Mi egy </a:t>
            </a:r>
            <a:r>
              <a:rPr lang="hu-HU" dirty="0" err="1"/>
              <a:t>wpf</a:t>
            </a:r>
            <a:r>
              <a:rPr lang="hu-HU" dirty="0"/>
              <a:t> alkalmazást csináltunk, videójátékokról, ahol egy adatbázisból választjuk ki a videójátékokat. 5 tábla van és </a:t>
            </a:r>
            <a:r>
              <a:rPr lang="hu-HU" dirty="0" err="1"/>
              <a:t>láthatóak</a:t>
            </a:r>
            <a:r>
              <a:rPr lang="hu-HU" dirty="0"/>
              <a:t> a játékokról adatokat, mint például név, kiadási év, fejlesztő neve és helye, platform és vélemények.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155D04E-A926-403C-B10D-DAEBA8C81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998" y="3429000"/>
            <a:ext cx="5935254" cy="328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1259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530742-EA33-4493-83C8-4C61DE72F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Adatbázis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B451099F-57A5-4970-A8E2-BB9E29DCEC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5853" y="2160588"/>
            <a:ext cx="6900332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24992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0A625F-DC86-4157-AF98-9CA9D04D1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Developer</a:t>
            </a:r>
            <a:r>
              <a:rPr lang="hu-HU" dirty="0"/>
              <a:t> tábla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4AB31A18-56D0-4C60-BB5B-DFC722C905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2044" y="3486944"/>
            <a:ext cx="264795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39996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654A7B-6840-4990-AD77-07A8F090F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Game tábla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C8AD5841-8717-4C5F-B979-5A2125F2BF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6694" y="3482181"/>
            <a:ext cx="44386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0637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F275756-B87D-4ABA-BCE7-074C0C8C7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Platform tábla</a:t>
            </a:r>
          </a:p>
        </p:txBody>
      </p:sp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459280DC-6E0B-44FC-A8B8-DB8731D5E4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5369" y="3491706"/>
            <a:ext cx="27813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0635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C0FD20-5BC1-447D-950B-27C7E7EBE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Review</a:t>
            </a:r>
            <a:r>
              <a:rPr lang="hu-HU" dirty="0"/>
              <a:t> tábla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104E90F2-31F5-4A56-858C-B862B4A983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9994" y="3320256"/>
            <a:ext cx="497205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9014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719FDE-4914-4495-B1DC-95F09A0EC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Game Platform kapcsoló tábla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6ADF21CA-D3D9-4835-9C23-12C536A74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3544" y="2929731"/>
            <a:ext cx="150495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1598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6FF97EC-B28D-4233-8A19-949BC51F7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ER modell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1B854D05-8882-436D-957B-EC5EDCFB19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5300" y="2160588"/>
            <a:ext cx="3881437" cy="3881437"/>
          </a:xfrm>
        </p:spPr>
      </p:pic>
    </p:spTree>
    <p:extLst>
      <p:ext uri="{BB962C8B-B14F-4D97-AF65-F5344CB8AC3E}">
        <p14:creationId xmlns:p14="http://schemas.microsoft.com/office/powerpoint/2010/main" val="283638598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93BF34-BBED-4ECE-BE77-F167E8B18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Feladatok elosztása	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409A806-2D83-4BE6-8E4D-D793927A3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Én csináltam mindent a </a:t>
            </a:r>
            <a:r>
              <a:rPr lang="hu-HU" dirty="0" err="1"/>
              <a:t>taki</a:t>
            </a:r>
            <a:r>
              <a:rPr lang="hu-HU" dirty="0"/>
              <a:t> alszik</a:t>
            </a:r>
          </a:p>
        </p:txBody>
      </p:sp>
      <p:pic>
        <p:nvPicPr>
          <p:cNvPr id="2050" name="Picture 2" descr="Why is sleep important? 9 reasons for getting a good night's ...">
            <a:extLst>
              <a:ext uri="{FF2B5EF4-FFF2-40B4-BE49-F238E27FC236}">
                <a16:creationId xmlns:a16="http://schemas.microsoft.com/office/drawing/2014/main" id="{6EA77649-9D62-4772-AB0D-614C235C4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471" y="2590101"/>
            <a:ext cx="4380277" cy="4122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51844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A22616-0896-405B-8D24-0C59E2F52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Nehézség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B2D414E-E964-439F-873D-CB5CB5246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Az élet nehéz nem a projekt. Amúgy maga az adatbázis és ez a kapcsoló táblák és ezek a kapcsolódások voltak nehezek, sok voltak a táblák.</a:t>
            </a:r>
          </a:p>
        </p:txBody>
      </p:sp>
    </p:spTree>
    <p:extLst>
      <p:ext uri="{BB962C8B-B14F-4D97-AF65-F5344CB8AC3E}">
        <p14:creationId xmlns:p14="http://schemas.microsoft.com/office/powerpoint/2010/main" val="293103133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BC54638-72E5-4867-978C-CCDB1B4FB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Köszönjük a figyelmet!</a:t>
            </a:r>
          </a:p>
        </p:txBody>
      </p:sp>
      <p:pic>
        <p:nvPicPr>
          <p:cNvPr id="1026" name="Picture 2" descr="👍 Thumbs Up Emoji: Meaning &amp; Usage">
            <a:extLst>
              <a:ext uri="{FF2B5EF4-FFF2-40B4-BE49-F238E27FC236}">
                <a16:creationId xmlns:a16="http://schemas.microsoft.com/office/drawing/2014/main" id="{CA50771A-B53B-4B3C-BDBC-44265B023F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594" y="3396456"/>
            <a:ext cx="14668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1543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imenzió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</TotalTime>
  <Words>111</Words>
  <Application>Microsoft Office PowerPoint</Application>
  <PresentationFormat>Szélesvásznú</PresentationFormat>
  <Paragraphs>16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Dimenzió</vt:lpstr>
      <vt:lpstr>Videójátékok</vt:lpstr>
      <vt:lpstr>Téma:</vt:lpstr>
      <vt:lpstr>Adatbázis</vt:lpstr>
      <vt:lpstr>Developer tábla</vt:lpstr>
      <vt:lpstr>Game tábla</vt:lpstr>
      <vt:lpstr>Platform tábla</vt:lpstr>
      <vt:lpstr>Review tábla</vt:lpstr>
      <vt:lpstr>Game Platform kapcsoló tábla</vt:lpstr>
      <vt:lpstr>ER modell</vt:lpstr>
      <vt:lpstr>Feladatok elosztása </vt:lpstr>
      <vt:lpstr>Nehézség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Videójátékok</dc:title>
  <dc:creator>Csaba Bence</dc:creator>
  <cp:lastModifiedBy>Csaba Bence</cp:lastModifiedBy>
  <cp:revision>2</cp:revision>
  <dcterms:created xsi:type="dcterms:W3CDTF">2025-04-14T06:38:49Z</dcterms:created>
  <dcterms:modified xsi:type="dcterms:W3CDTF">2025-04-14T06:55:40Z</dcterms:modified>
</cp:coreProperties>
</file>